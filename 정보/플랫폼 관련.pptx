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2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CCDEF-9E3B-40B7-A97B-3C1003A7E022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A371-2DEA-4E31-AE5F-C111A5A897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78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9A371-2DEA-4E31-AE5F-C111A5A8970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433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59B7A-404E-8E23-031C-C0D1D1066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4AC504-1241-4794-5819-93F369C61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8FB1AB-C311-7250-B129-CA13168C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F1138E-0303-1B8C-C6B0-0FD62B71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A9740E-382E-A32A-0D22-6D14534F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44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96D81-AFB2-35B8-E35E-3D445B7F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1CE21-1484-DA52-054F-A1C9EB66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419C6-884E-D8FE-4CBC-3D8835B0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698429-2635-7F91-530D-F996B7CE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2764E-4129-8AC2-1D63-91098E07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87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61535-B363-C28C-CD57-4E4C64E3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FF32D-D25F-34CA-1317-2D1360B89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9AF7D-70E8-5EEC-B95D-2D694ACB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24C06C-E547-63E7-C59F-7331AD78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3FA73-1EDD-63F0-7B2F-61B97B4D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929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D6F1D-3BFF-879D-FB60-2108B2B2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07820B-6DDC-5A84-B7A7-05CFC3D4B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4E2DB8-DDCF-B685-5B5C-CFD5CBDB8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E9FAF3-5E1E-A476-BF33-2D85A04A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81DC7A-D14B-C7E5-4B08-D0DFB9E7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46620-FE3D-848F-74DC-795B8BDE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82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9EB3A-9FAE-F9A1-D930-03E95C2C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F5994D-6448-B2E9-D271-67567BBA0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4A998B-D013-04D5-6028-53B72261A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55C0ED-50E5-303E-CBE0-6C839538D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0DF878-DC2F-57D0-F823-51F6B59DA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B62B3A-7DA8-177E-C7A9-C22541A7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917FA6-8D75-5115-966A-D3693DE3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461621-0323-8C2F-18AD-498A8E7E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77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B2689-D063-531F-DAB8-06640EED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F2806B-05C6-5A88-1DAD-117AC130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5203EF-4E03-2331-8303-DBEAC55ED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0DCAF1-BD72-ABFA-3978-8EC6E23C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100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78BFE5-5533-9E99-7087-1C3AA039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D5994D-2DA4-5E1B-B66A-3C44DB07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6652A-15D4-69DC-05D6-8E407149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30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F9EFE-FFA8-0596-C8B8-2B58EA0E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138873-3B33-B4E7-48CD-5F3DBF363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DB1FAE-DFB2-2804-1A7C-61F187189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815FDD-AE81-CE7B-7E18-AEAAD1E3A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CAE9FB-480E-C6B9-BB8C-C635A3B04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7F01A9-C5E3-25AF-EA4B-99C588AA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3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AE4B6-DAF6-2B30-FDAC-ECA0E8BD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C880FC-29C9-DB95-AEB0-026B17757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C6C7F6-B7A9-12DB-2470-6B433C14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1AAB2C-C84A-6899-4D45-CEF88E41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79F0BC-B8DE-8590-D432-655944445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DD1EB8-4A57-8CE8-1E3A-2A5DDFED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53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41F79-9CDB-A17C-C0F4-AAE0FE43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1160EE-1715-0E3F-0F50-12DE42B3A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4F7BE-2C85-55DB-4CD5-875B6925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12BB3-0484-0DDC-3C86-FCD3DF3C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160CB3-ABB9-7690-5F2E-4B3D1D88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97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4E5BE5-712B-E780-2AC8-831470E58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44D2A-BFA7-3696-EBB9-C096E5D86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450329-3DDC-E5BF-8ACA-43CC178B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92EF8-AD71-87DF-F5DF-696ADD34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6131B-7098-9A0B-3719-33EE9BC4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6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19D886-C94D-696E-ACF7-6AF2AAA9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A8687D-92C5-968C-717A-B7A16D5C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85095C-CB96-8133-2C7A-F64841C5E6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F9375-4FCC-4987-865C-1D973F7E964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286DA7-11C7-1CDE-AC2E-18FF68713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B3E956-FF5B-4389-AEBE-A590A0799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8AB9-586F-4688-BA43-BD894F3F8F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30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3CF727B-BD46-63E6-4F95-FEC0671BE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" y="0"/>
            <a:ext cx="121806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9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AC4C0A-69DA-D710-EC66-5CB008296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3"/>
            <a:ext cx="12192000" cy="683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522CD3-550B-C839-2493-5087BDD07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8" y="0"/>
            <a:ext cx="12146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9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21C805-0500-C593-4570-A287CBC20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3" y="0"/>
            <a:ext cx="12089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5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01FDCC-FE5B-55C9-9960-EF1C05FD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" y="0"/>
            <a:ext cx="12176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8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29BC4E-5A35-F844-339A-0B5175E1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0"/>
            <a:ext cx="12118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8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Office PowerPoint</Application>
  <PresentationFormat>와이드스크린</PresentationFormat>
  <Paragraphs>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Leah Yu</dc:creator>
  <cp:lastModifiedBy>Leah Yu</cp:lastModifiedBy>
  <cp:revision>1</cp:revision>
  <dcterms:created xsi:type="dcterms:W3CDTF">2026-03-08T13:16:09Z</dcterms:created>
  <dcterms:modified xsi:type="dcterms:W3CDTF">2026-03-08T13:24:35Z</dcterms:modified>
</cp:coreProperties>
</file>